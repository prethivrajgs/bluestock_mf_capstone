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13" autoAdjust="0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5544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058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Mutual Fund Analytics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D6E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1463040" cy="36576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8346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Prethivraj GS  |  Computer Science Engineering  |  Anna University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Bluestock Fintech  –  Data Analyst Internship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Objectives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74336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Bluestock Fintech | Mutual Fund Analytics Capstone | Prethivraj GS | Anna University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6E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Indian mutual fund investors lack unified analytics tools for performance &amp; risk evaluation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Fragmented datasets across fund houses make comparison and decision-making difficult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single platform combines live NAV, historical returns, and risk metrics end-to-end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6E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" y="2743200"/>
            <a:ext cx="8412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Ingest, validate, and profile 10 mutual fund CSV datasets alongside live NAV via MFAPI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performance metrics: CAGR, Sharpe Ratio, Alpha, Beta, Maximum Drawdown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 risk analytics: VaR, CVaR, volatility, and fund-level risk segmentation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interactive Power BI dashboard covering executive overview, performance &amp; risk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74336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Bluestock Fintech | Mutual Fund Analytics Capstone | Prethivraj GS | Anna University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6E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CSV Datasets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40233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fund_master.csv  –  Fund metadata &amp; category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scheme_details.csv  –  Scheme-level attributes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nav_history.csv  –  Historical NAV time series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aum_data.csv  –  Assets under management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returns_data.csv  –  Computed return series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risk_metrics.csv, expense_ratio.csv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portfolio_holdings.csv, benchmark_data.csv, sip_data.csv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754880" y="8229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6E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Data Source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54880" y="1188720"/>
            <a:ext cx="40233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MFAPI (api.mfapi.in) – live NAV feed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Funds tracked: SBI Bluechip, ICICI Bluechip, Nippon Large Cap, Axis Bluechip, Kotak Bluechip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Stored under data/raw/live_nav/ as CSVs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SQLite database for structured storage &amp; querying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quality: missing values, duplicates, AMFI code &amp; type validations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26280" y="804672"/>
            <a:ext cx="18288" cy="3931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Architecture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74336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Bluestock Fintech | Mutual Fund Analytics Capstone | Prethivraj GS | Anna University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850392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5039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Layer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514600" y="850392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data/raw  →  data/processed  →  data/db (SQLite)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" y="1609344"/>
            <a:ext cx="8503920" cy="658368"/>
          </a:xfrm>
          <a:prstGeom prst="roundRect">
            <a:avLst>
              <a:gd name="adj" fmla="val 8333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5506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Ingestion Layer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514600" y="1655064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data_ingestion.py  |  live_nav_fetch.py  (MFAPI REST calls)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0040" y="2414016"/>
            <a:ext cx="8503920" cy="658368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5973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Analytics Layer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514600" y="2459736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notebooks/ – EDA, Performance, Risk, Cohort &amp; Portfolio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" y="3218688"/>
            <a:ext cx="8503920" cy="658368"/>
          </a:xfrm>
          <a:prstGeom prst="roundRect">
            <a:avLst>
              <a:gd name="adj" fmla="val 8333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6440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Layer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514600" y="3264408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sql/ – schema definitions, analytical queries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20040" y="4023360"/>
            <a:ext cx="8503920" cy="658368"/>
          </a:xfrm>
          <a:prstGeom prst="roundRect">
            <a:avLst>
              <a:gd name="adj" fmla="val 8333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0690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Reporting Layer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514600" y="406908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  |  reports/ (PDFs, PNGs, CSVs)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EDA Highlights – Part 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74336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Bluestock Fintech | Mutual Fund Analytics Capstone | Prethivraj GS | Anna University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6E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Fund Universe &amp; Category Analysis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spans Equity, Debt, Hybrid, and Solution-Oriented fund categories across major AMCs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SBI, ICICI Prudential, Axis, Kotak, and Nippon are the most represented fund houses by scheme count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 history reveals consistent upward trend in bluechip equity funds over 5-year horizon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AUM analysis shows top 5 fund houses control the majority of total assets under management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3063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6E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Expense Ratio &amp; SIP Data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" y="3429000"/>
            <a:ext cx="8412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plans exhibit significantly lower expense ratios compared to regular plans across all categories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SIP data highlights monthly investment continuity and average SIP ticket size by fund category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Equity funds attract higher SIP volumes; Debt funds preferred for lump-sum investments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EDA Highlights – Part 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74336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Bluestock Fintech | Mutual Fund Analytics Capstone | Prethivraj GS | Anna University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6E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 Trend &amp; Return Distribution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1170432"/>
            <a:ext cx="84124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NAV time series for 5 bluechip funds plotted: SBI, ICICI, Axis, Kotak, Nippon Large Cap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Rolling 1-year returns show high variance during 2020 market correction; recovery by 2021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distribution analysis reveals equity funds are positively skewed over 3–5 year windows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27432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6E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Portfolio Holdings &amp; Benchmark Comparison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" y="3108960"/>
            <a:ext cx="84124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sector exposures: Financial Services, IT, Consumer Goods, and Energy across equity funds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Benchmark comparison (Nifty 50, Sensex) shows select funds generating consistent alpha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Correlation heatmap across fund NAVs reveals high co-movement within the same category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74336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Bluestock Fintech | Mutual Fund Analytics Capstone | Prethivraj GS | Anna University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11480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9144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6E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CAGR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4632" y="126187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Compound Annual Growth Rate – annualized return over the investment period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11480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19472" y="9144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6E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Sharpe Ratio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919472" y="126187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Risk-adjusted return; excess return per unit of total volatility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0040" y="2148840"/>
            <a:ext cx="411480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2240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6E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Sortino Ratio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4632" y="258775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Downside-risk-adjusted return; penalizes only negative volatility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754880" y="2148840"/>
            <a:ext cx="411480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19472" y="2240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6E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Alpha / Beta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919472" y="258775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Alpha = excess return over benchmark; Beta = market sensitivity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20040" y="3474720"/>
            <a:ext cx="411480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35661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6E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 Drawdown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4632" y="391363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Peak-to-trough percentage decline; measures worst-case capital loss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754880" y="3474720"/>
            <a:ext cx="411480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19472" y="35661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6E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Annualized Vol.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919472" y="391363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 deviation of daily returns scaled to annual frequency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6824"/>
            <a:ext cx="9144000" cy="68580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-6824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Metrics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4976656"/>
            <a:ext cx="91440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6751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Bluestock Fintech | Mutual Fund Analytics Capstone | Prethivraj GS | Anna University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79784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6E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Risk Framework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1181896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 at Risk (VaR) – estimated maximum loss at 95% confidence level over a holding period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Conditional VaR (CVaR / Expected Shortfall) – average loss beyond the VaR threshold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Volatility-based risk segmentation classifies funds into Low, Moderate, and High risk tiers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Beta analysis measures each fund's sensitivity to Nifty 50 / Sensex benchmark movements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Maximum Drawdown and Calmar Ratio used to assess downside protection and recovery speed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Cohort analysis tracks investor retention and SIP continuity across fund categories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3970816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6E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" y="4290856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var_cvar_reports.csv  |  fund_scorecard.csv  |  alpha_beta.csv  |  sector_hhi.csv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– Executive Overview &amp; Fund Performance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74336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Bluestock Fintech | Mutual Fund Analytics Capstone | Prethivraj GS | Anna University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" y="20116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7315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F57D71-FE52-4AAB-BB42-E76EACCD0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5800"/>
            <a:ext cx="4947313" cy="36405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E4F75B6-F7C4-4235-886F-AC78994A84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6793" y="710706"/>
            <a:ext cx="4678701" cy="36156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– Risk Analytics &amp; Investment Recommendations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74336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Bluestock Fintech | Mutual Fund Analytics Capstone | Prethivraj GS | Anna University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" y="20116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E4C0327-A8AD-4F95-8DFB-A4F2A7FAE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94944"/>
            <a:ext cx="4217158" cy="35655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FAAB17A-CB80-4DC5-851E-8281B8C3DF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7158" y="694944"/>
            <a:ext cx="4879075" cy="35655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824" y="0"/>
            <a:ext cx="9144000" cy="68580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13216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-6824" y="4983480"/>
            <a:ext cx="91440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7496" y="4974336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Bluestock Fintech | Mutual Fund Analytics Capstone | Prethivraj GS | Anna University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58936" y="8046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6E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58936" y="118872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SBI and ICICI Bluechip funds consistently outperform their Nifty 50 benchmark on a risk-adjusted basis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Axis Bluechip shows the highest Sharpe Ratio, indicating superior return per unit of risk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plan funds deliver 0.5–1% higher CAGR over regular plans due to lower expense ratios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748056" y="8046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6E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48056" y="118872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 analysis shows large-cap equity funds carry moderate daily tail risk (~2–3% at 95% CI)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Debt funds exhibit near-zero Beta and minimal drawdown, confirming low-risk positioning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SIP continuity in equity funds signals strong long-term investor confidence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19456" y="786384"/>
            <a:ext cx="18288" cy="2423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3216" y="3749040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1816" y="379476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End-to-end pipeline: raw CSV ingestion → live NAV ETL → SQL storage → analytics notebooks → Power BI dashboard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2148840"/>
            <a:ext cx="1645920" cy="36576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3317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Prethivraj GS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Engineering  |  Anna University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309067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Bluestock Fintech  –  Data Analyst Internship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github.com/PrethivrajGS/bluestock_mf_capstone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1050</Words>
  <Application>Microsoft Office PowerPoint</Application>
  <PresentationFormat>On-screen Show (16:9)</PresentationFormat>
  <Paragraphs>121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Mutual Fund Analytics Capstone – Prethivraj GS</dc:title>
  <dc:subject>PptxGenJS Presentation</dc:subject>
  <dc:creator>PptxGenJS</dc:creator>
  <cp:lastModifiedBy>PRETHIVRAJ GS</cp:lastModifiedBy>
  <cp:revision>2</cp:revision>
  <dcterms:created xsi:type="dcterms:W3CDTF">2026-06-11T07:02:02Z</dcterms:created>
  <dcterms:modified xsi:type="dcterms:W3CDTF">2026-06-11T15:33:33Z</dcterms:modified>
</cp:coreProperties>
</file>